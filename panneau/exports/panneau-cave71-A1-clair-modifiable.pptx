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l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A77A26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552722"/>
            <a:ext cx="21384000" cy="141410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1134"/>
              </a:lnSpc>
            </a:pPr>
            <a:r>
              <a:rPr sz="11134" b="0" i="1">
                <a:solidFill>
                  <a:srgbClr val="2A1619"/>
                </a:solidFill>
                <a:latin typeface="Cormorant Garamond"/>
                <a:cs typeface="Cormorant Garamond"/>
              </a:rPr>
              <a:t>Vins, bières, spiritueux </a:t>
            </a:r>
            <a:r>
              <a:rPr sz="11134" b="0" i="1">
                <a:solidFill>
                  <a:srgbClr val="A77A26"/>
                </a:solidFill>
                <a:latin typeface="Cormorant Garamond"/>
                <a:cs typeface="Cormorant Garamond"/>
              </a:rPr>
              <a:t>&amp;</a:t>
            </a:r>
            <a:r>
              <a:rPr sz="11134" b="0" i="1">
                <a:solidFill>
                  <a:srgbClr val="2A1619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7D1530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A77A26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93387" y="23625870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93387" y="24143225"/>
            <a:ext cx="9312387" cy="121061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93387" y="25419367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381806" y="24005264"/>
            <a:ext cx="862258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telephone"/>
          <p:cNvSpPr txBox="1"/>
          <p:nvPr/>
        </p:nvSpPr>
        <p:spPr>
          <a:xfrm>
            <a:off x="11381806" y="24488129"/>
            <a:ext cx="8622580" cy="70360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540"/>
              </a:lnSpc>
            </a:pPr>
            <a:r>
              <a:rPr sz="4616" b="1" i="0" spc="204">
                <a:solidFill>
                  <a:srgbClr val="2A1619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8" name="en-ligne-titre"/>
          <p:cNvSpPr txBox="1"/>
          <p:nvPr/>
        </p:nvSpPr>
        <p:spPr>
          <a:xfrm>
            <a:off x="1293387" y="26454077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19" name="en-ligne"/>
          <p:cNvSpPr txBox="1"/>
          <p:nvPr/>
        </p:nvSpPr>
        <p:spPr>
          <a:xfrm>
            <a:off x="1293387" y="26971432"/>
            <a:ext cx="9312387" cy="1513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949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cave71.com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Facebook : Cave 71</a:t>
            </a:r>
          </a:p>
        </p:txBody>
      </p:sp>
      <p:sp>
        <p:nvSpPr>
          <p:cNvPr id="20" name="qr-texte"/>
          <p:cNvSpPr txBox="1"/>
          <p:nvPr/>
        </p:nvSpPr>
        <p:spPr>
          <a:xfrm>
            <a:off x="14692877" y="26902451"/>
            <a:ext cx="5518451" cy="1100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47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31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Découvrez nos vins</a:t>
            </a:r>
          </a:p>
        </p:txBody>
      </p:sp>
      <p:sp>
        <p:nvSpPr>
          <p:cNvPr id="21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5E4E4D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