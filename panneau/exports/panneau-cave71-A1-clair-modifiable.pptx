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518232"/>
            <a:ext cx="21384000" cy="13796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0863"/>
              </a:lnSpc>
            </a:pPr>
            <a:r>
              <a:rPr sz="10863" b="0" i="1">
                <a:solidFill>
                  <a:srgbClr val="2A1619"/>
                </a:solidFill>
                <a:latin typeface="Cormorant Garamond"/>
                <a:cs typeface="Cormorant Garamond"/>
              </a:rPr>
              <a:t>Vins, spiritueux </a:t>
            </a:r>
            <a:r>
              <a:rPr sz="10863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0863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104787"/>
            <a:ext cx="21384000" cy="37249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933"/>
              </a:lnSpc>
            </a:pPr>
            <a:r>
              <a:rPr sz="2444" b="1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7242967" y="18728245"/>
            <a:ext cx="6898064" cy="43457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21"/>
              </a:lnSpc>
            </a:pPr>
            <a:r>
              <a:rPr sz="2851" b="1" i="0" spc="679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586774" y="19452541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9226161" y="19452541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865548" y="19452541"/>
            <a:ext cx="4828645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5915090" y="21039096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2A1619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2554477" y="21039096"/>
            <a:ext cx="5863354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7D1530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07161" y="23315458"/>
            <a:ext cx="8967483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07161" y="23867303"/>
            <a:ext cx="8967483" cy="13899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472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5472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07161" y="25350387"/>
            <a:ext cx="8967483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258"/>
              </a:lnSpc>
            </a:pPr>
            <a:r>
              <a:rPr sz="2715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0692000" y="23315458"/>
            <a:ext cx="9484838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0692000" y="23867303"/>
            <a:ext cx="9484838" cy="6415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5051"/>
              </a:lnSpc>
            </a:pP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10h – 13h </a:t>
            </a:r>
            <a:r>
              <a:rPr sz="4209" b="1" i="0">
                <a:solidFill>
                  <a:srgbClr val="A77A26"/>
                </a:solidFill>
                <a:latin typeface="Montserrat"/>
                <a:cs typeface="Montserrat"/>
              </a:rPr>
              <a:t>·</a:t>
            </a:r>
            <a:r>
              <a:rPr sz="4209" b="1" i="0">
                <a:solidFill>
                  <a:srgbClr val="2A1619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0692000" y="24626090"/>
            <a:ext cx="9484838" cy="10347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8147"/>
              </a:lnSpc>
            </a:pPr>
            <a:r>
              <a:rPr sz="6789" b="1" i="0" spc="272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07161" y="26557548"/>
            <a:ext cx="10347096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07161" y="27074903"/>
            <a:ext cx="15520645" cy="12752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906"/>
              </a:lnSpc>
            </a:pPr>
            <a:r>
              <a:rPr sz="4073" b="1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l">
              <a:lnSpc>
                <a:spcPts val="4134"/>
              </a:lnSpc>
            </a:pPr>
            <a:r>
              <a:rPr sz="2851" b="0" i="0">
                <a:solidFill>
                  <a:srgbClr val="2A1619"/>
                </a:solidFill>
                <a:latin typeface="Montserrat"/>
                <a:cs typeface="Montserrat"/>
              </a:rPr>
              <a:t>contact.cave71@gmail.com  ·  Facebook : Cave 71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