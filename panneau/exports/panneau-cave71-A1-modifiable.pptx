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0" i="0" spc="679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CFA548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0" i="0" spc="815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66206"/>
            <a:ext cx="8622580" cy="45527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584"/>
              </a:lnSpc>
            </a:pPr>
            <a:r>
              <a:rPr sz="2987" b="1" i="0" spc="815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1207161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5001096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8795032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588967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382903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93387" y="23625870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93387" y="24143225"/>
            <a:ext cx="9312387" cy="121061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93387" y="25419367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381806" y="23625870"/>
            <a:ext cx="862258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11381806" y="24143225"/>
            <a:ext cx="8622580" cy="5587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399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10h – 13h  </a:t>
            </a:r>
            <a:r>
              <a:rPr sz="3666" b="0" i="0">
                <a:solidFill>
                  <a:srgbClr val="CFA548"/>
                </a:solidFill>
                <a:latin typeface="Montserrat"/>
                <a:cs typeface="Montserrat"/>
              </a:rPr>
              <a:t>·</a:t>
            </a: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 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11381806" y="24833032"/>
            <a:ext cx="8622580" cy="70360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540"/>
              </a:lnSpc>
            </a:pPr>
            <a:r>
              <a:rPr sz="4616" b="1" i="0" spc="204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-titre"/>
          <p:cNvSpPr txBox="1"/>
          <p:nvPr/>
        </p:nvSpPr>
        <p:spPr>
          <a:xfrm>
            <a:off x="1293387" y="26454077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20" name="en-ligne"/>
          <p:cNvSpPr txBox="1"/>
          <p:nvPr/>
        </p:nvSpPr>
        <p:spPr>
          <a:xfrm>
            <a:off x="1293387" y="26971432"/>
            <a:ext cx="9312387" cy="1513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949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1" name="qr-texte"/>
          <p:cNvSpPr txBox="1"/>
          <p:nvPr/>
        </p:nvSpPr>
        <p:spPr>
          <a:xfrm>
            <a:off x="14692877" y="26661019"/>
            <a:ext cx="5518451" cy="15753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47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31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Découvrez nos vins</a:t>
            </a:r>
          </a:p>
          <a:p>
            <a:pPr algn="l">
              <a:lnSpc>
                <a:spcPts val="3740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&amp; commandez en ligne</a:t>
            </a:r>
          </a:p>
        </p:txBody>
      </p:sp>
      <p:sp>
        <p:nvSpPr>
          <p:cNvPr id="22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